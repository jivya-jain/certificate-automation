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Mokoto" panose="020B0604020202020204" charset="0"/>
      <p:regular r:id="rId3"/>
    </p:embeddedFont>
    <p:embeddedFont>
      <p:font typeface="Tomorrow" panose="020B0604020202020204" charset="0"/>
      <p:regular r:id="rId4"/>
    </p:embeddedFont>
    <p:embeddedFont>
      <p:font typeface="Tomorrow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00" d="100"/>
          <a:sy n="200" d="100"/>
        </p:scale>
        <p:origin x="-4324" y="-4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AutoShape 3"/>
          <p:cNvSpPr/>
          <p:nvPr/>
        </p:nvSpPr>
        <p:spPr>
          <a:xfrm>
            <a:off x="3134384" y="4062742"/>
            <a:ext cx="4421163" cy="9525"/>
          </a:xfrm>
          <a:prstGeom prst="line">
            <a:avLst/>
          </a:prstGeom>
          <a:ln w="9525" cap="flat">
            <a:solidFill>
              <a:srgbClr val="12F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AutoShape 4"/>
          <p:cNvSpPr/>
          <p:nvPr/>
        </p:nvSpPr>
        <p:spPr>
          <a:xfrm>
            <a:off x="2239759" y="5871068"/>
            <a:ext cx="1445911" cy="0"/>
          </a:xfrm>
          <a:prstGeom prst="line">
            <a:avLst/>
          </a:prstGeom>
          <a:ln w="9525" cap="flat">
            <a:solidFill>
              <a:srgbClr val="12F1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7006330" y="5871068"/>
            <a:ext cx="1445911" cy="0"/>
          </a:xfrm>
          <a:prstGeom prst="line">
            <a:avLst/>
          </a:prstGeom>
          <a:ln w="9525" cap="flat">
            <a:solidFill>
              <a:srgbClr val="12F1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4807592" y="5337423"/>
            <a:ext cx="1076815" cy="1076815"/>
          </a:xfrm>
          <a:custGeom>
            <a:avLst/>
            <a:gdLst/>
            <a:ahLst/>
            <a:cxnLst/>
            <a:rect l="l" t="t" r="r" b="b"/>
            <a:pathLst>
              <a:path w="1076815" h="1076815">
                <a:moveTo>
                  <a:pt x="0" y="0"/>
                </a:moveTo>
                <a:lnTo>
                  <a:pt x="1076816" y="0"/>
                </a:lnTo>
                <a:lnTo>
                  <a:pt x="1076816" y="1076815"/>
                </a:lnTo>
                <a:lnTo>
                  <a:pt x="0" y="10768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60161" y="3155041"/>
            <a:ext cx="7169610" cy="87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97"/>
              </a:lnSpc>
              <a:spcBef>
                <a:spcPct val="0"/>
              </a:spcBef>
            </a:pPr>
            <a:r>
              <a:rPr lang="en-US" sz="5426" dirty="0">
                <a:solidFill>
                  <a:srgbClr val="12F1FF"/>
                </a:solidFill>
                <a:latin typeface="Tomorrow"/>
                <a:ea typeface="Tomorrow"/>
                <a:cs typeface="Tomorrow"/>
                <a:sym typeface="Tomorrow"/>
              </a:rPr>
              <a:t>{{NAME}}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43607" y="1040987"/>
            <a:ext cx="6604786" cy="904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67"/>
              </a:lnSpc>
              <a:spcBef>
                <a:spcPct val="0"/>
              </a:spcBef>
            </a:pPr>
            <a:r>
              <a:rPr lang="en-US" sz="5262">
                <a:solidFill>
                  <a:srgbClr val="12F1FF"/>
                </a:solidFill>
                <a:latin typeface="Mokoto"/>
                <a:ea typeface="Mokoto"/>
                <a:cs typeface="Mokoto"/>
                <a:sym typeface="Mokoto"/>
              </a:rPr>
              <a:t>CERTIFICATE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06622" y="2017474"/>
            <a:ext cx="4478756" cy="505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23"/>
              </a:lnSpc>
              <a:spcBef>
                <a:spcPct val="0"/>
              </a:spcBef>
            </a:pPr>
            <a:r>
              <a:rPr lang="en-US" sz="301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FOR APPRECIATION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91914" y="2964528"/>
            <a:ext cx="2908166" cy="25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8"/>
              </a:lnSpc>
              <a:spcBef>
                <a:spcPct val="0"/>
              </a:spcBef>
            </a:pPr>
            <a:r>
              <a:rPr lang="en-US" sz="152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This award was given to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14498" y="4628190"/>
            <a:ext cx="6062999" cy="314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Lorem ipsum dolor sit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amet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,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consectetur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adipiscing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elit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, sed do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eiusmod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tempor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incididunt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ut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labore et dolore magna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aliqua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. Ut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enim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ad minim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veniam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, quis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nostrud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exercitation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ullamco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laboris</a:t>
            </a:r>
            <a:endParaRPr lang="en-US" sz="9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239759" y="5955776"/>
            <a:ext cx="1445911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12F1FF"/>
                </a:solidFill>
                <a:latin typeface="Tomorrow Bold"/>
                <a:ea typeface="Tomorrow Bold"/>
                <a:cs typeface="Tomorrow Bold"/>
                <a:sym typeface="Tomorrow Bold"/>
              </a:rPr>
              <a:t>Sameer S Katte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9759" y="6174897"/>
            <a:ext cx="1445911" cy="18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Director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06330" y="5955776"/>
            <a:ext cx="1445911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12F1FF"/>
                </a:solidFill>
                <a:latin typeface="Tomorrow Bold"/>
                <a:ea typeface="Tomorrow Bold"/>
                <a:cs typeface="Tomorrow Bold"/>
                <a:sym typeface="Tomorrow Bold"/>
              </a:rPr>
              <a:t>Sai Jadhav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06330" y="6174897"/>
            <a:ext cx="1445911" cy="18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Manager</a:t>
            </a:r>
          </a:p>
        </p:txBody>
      </p:sp>
      <p:sp>
        <p:nvSpPr>
          <p:cNvPr id="16" name="Freeform 16"/>
          <p:cNvSpPr/>
          <p:nvPr/>
        </p:nvSpPr>
        <p:spPr>
          <a:xfrm>
            <a:off x="9021230" y="-788806"/>
            <a:ext cx="2322752" cy="2334424"/>
          </a:xfrm>
          <a:custGeom>
            <a:avLst/>
            <a:gdLst/>
            <a:ahLst/>
            <a:cxnLst/>
            <a:rect l="l" t="t" r="r" b="b"/>
            <a:pathLst>
              <a:path w="2322752" h="2334424">
                <a:moveTo>
                  <a:pt x="0" y="0"/>
                </a:moveTo>
                <a:lnTo>
                  <a:pt x="2322752" y="0"/>
                </a:lnTo>
                <a:lnTo>
                  <a:pt x="2322752" y="2334424"/>
                </a:lnTo>
                <a:lnTo>
                  <a:pt x="0" y="23344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>
            <a:off x="-651982" y="-788806"/>
            <a:ext cx="2322752" cy="2334424"/>
          </a:xfrm>
          <a:custGeom>
            <a:avLst/>
            <a:gdLst/>
            <a:ahLst/>
            <a:cxnLst/>
            <a:rect l="l" t="t" r="r" b="b"/>
            <a:pathLst>
              <a:path w="2322752" h="2334424">
                <a:moveTo>
                  <a:pt x="2322752" y="0"/>
                </a:moveTo>
                <a:lnTo>
                  <a:pt x="0" y="0"/>
                </a:lnTo>
                <a:lnTo>
                  <a:pt x="0" y="2334424"/>
                </a:lnTo>
                <a:lnTo>
                  <a:pt x="2322752" y="2334424"/>
                </a:lnTo>
                <a:lnTo>
                  <a:pt x="23227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357068" y="6414238"/>
            <a:ext cx="1764630" cy="1773498"/>
          </a:xfrm>
          <a:custGeom>
            <a:avLst/>
            <a:gdLst/>
            <a:ahLst/>
            <a:cxnLst/>
            <a:rect l="l" t="t" r="r" b="b"/>
            <a:pathLst>
              <a:path w="1764630" h="1773498">
                <a:moveTo>
                  <a:pt x="0" y="0"/>
                </a:moveTo>
                <a:lnTo>
                  <a:pt x="1764630" y="0"/>
                </a:lnTo>
                <a:lnTo>
                  <a:pt x="1764630" y="1773498"/>
                </a:lnTo>
                <a:lnTo>
                  <a:pt x="0" y="1773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flipH="1">
            <a:off x="-429698" y="6414238"/>
            <a:ext cx="1764630" cy="1773498"/>
          </a:xfrm>
          <a:custGeom>
            <a:avLst/>
            <a:gdLst/>
            <a:ahLst/>
            <a:cxnLst/>
            <a:rect l="l" t="t" r="r" b="b"/>
            <a:pathLst>
              <a:path w="1764630" h="1773498">
                <a:moveTo>
                  <a:pt x="1764630" y="0"/>
                </a:moveTo>
                <a:lnTo>
                  <a:pt x="0" y="0"/>
                </a:lnTo>
                <a:lnTo>
                  <a:pt x="0" y="1773498"/>
                </a:lnTo>
                <a:lnTo>
                  <a:pt x="1764630" y="1773498"/>
                </a:lnTo>
                <a:lnTo>
                  <a:pt x="17646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86550501-A959-E7FD-C331-4873C7FA15B8}"/>
              </a:ext>
            </a:extLst>
          </p:cNvPr>
          <p:cNvSpPr txBox="1"/>
          <p:nvPr/>
        </p:nvSpPr>
        <p:spPr>
          <a:xfrm>
            <a:off x="2314498" y="4302801"/>
            <a:ext cx="6062999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{{TEAM_NAME</a:t>
            </a:r>
            <a:r>
              <a:rPr lang="en-US" sz="16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Tomorrow Bold</vt:lpstr>
      <vt:lpstr>Calibri</vt:lpstr>
      <vt:lpstr>Mokoto</vt:lpstr>
      <vt:lpstr>Arial</vt:lpstr>
      <vt:lpstr>Tomorrow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Futuristic Appreciation Certificate</dc:title>
  <cp:lastModifiedBy>Jivya Jain</cp:lastModifiedBy>
  <cp:revision>4</cp:revision>
  <dcterms:created xsi:type="dcterms:W3CDTF">2006-08-16T00:00:00Z</dcterms:created>
  <dcterms:modified xsi:type="dcterms:W3CDTF">2026-06-13T19:28:55Z</dcterms:modified>
  <dc:identifier>DAHMcLislis</dc:identifier>
</cp:coreProperties>
</file>