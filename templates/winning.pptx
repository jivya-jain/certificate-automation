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Kaushan Script" panose="020B0604020202020204" charset="0"/>
      <p:regular r:id="rId3"/>
    </p:embeddedFont>
    <p:embeddedFont>
      <p:font typeface="Marta" panose="02000503060000020003" charset="0"/>
      <p:regular r:id="rId4"/>
    </p:embeddedFont>
    <p:embeddedFont>
      <p:font typeface="Roboto" panose="02000000000000000000" pitchFamily="2" charset="0"/>
      <p:regular r:id="rId5"/>
    </p:embeddedFont>
    <p:embeddedFont>
      <p:font typeface="Roboto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7" t="-2141" r="-4577" b="-214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252712" y="6172199"/>
            <a:ext cx="1886637" cy="0"/>
          </a:xfrm>
          <a:prstGeom prst="line">
            <a:avLst/>
          </a:prstGeom>
          <a:ln w="19050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552651" y="6172199"/>
            <a:ext cx="1886637" cy="0"/>
          </a:xfrm>
          <a:prstGeom prst="line">
            <a:avLst/>
          </a:prstGeom>
          <a:ln w="19050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457988" y="2993104"/>
            <a:ext cx="7776019" cy="111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D9D9D9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{{NAME}}</a:t>
            </a:r>
          </a:p>
        </p:txBody>
      </p:sp>
      <p:sp>
        <p:nvSpPr>
          <p:cNvPr id="6" name="AutoShape 6"/>
          <p:cNvSpPr/>
          <p:nvPr/>
        </p:nvSpPr>
        <p:spPr>
          <a:xfrm>
            <a:off x="2412629" y="4116269"/>
            <a:ext cx="5866742" cy="0"/>
          </a:xfrm>
          <a:prstGeom prst="line">
            <a:avLst/>
          </a:prstGeom>
          <a:ln w="38100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248413" y="888662"/>
            <a:ext cx="650886" cy="768091"/>
          </a:xfrm>
          <a:custGeom>
            <a:avLst/>
            <a:gdLst/>
            <a:ahLst/>
            <a:cxnLst/>
            <a:rect l="l" t="t" r="r" b="b"/>
            <a:pathLst>
              <a:path w="650886" h="768091">
                <a:moveTo>
                  <a:pt x="0" y="0"/>
                </a:moveTo>
                <a:lnTo>
                  <a:pt x="650886" y="0"/>
                </a:lnTo>
                <a:lnTo>
                  <a:pt x="650886" y="768090"/>
                </a:lnTo>
                <a:lnTo>
                  <a:pt x="0" y="768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7080" y="782233"/>
            <a:ext cx="1273552" cy="1065022"/>
          </a:xfrm>
          <a:custGeom>
            <a:avLst/>
            <a:gdLst/>
            <a:ahLst/>
            <a:cxnLst/>
            <a:rect l="l" t="t" r="r" b="b"/>
            <a:pathLst>
              <a:path w="1273552" h="1065022">
                <a:moveTo>
                  <a:pt x="0" y="0"/>
                </a:moveTo>
                <a:lnTo>
                  <a:pt x="1273552" y="0"/>
                </a:lnTo>
                <a:lnTo>
                  <a:pt x="1273552" y="1065023"/>
                </a:lnTo>
                <a:lnTo>
                  <a:pt x="0" y="1065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05708" y="842582"/>
            <a:ext cx="5280584" cy="81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 spc="494">
                <a:solidFill>
                  <a:srgbClr val="D9D9D9"/>
                </a:solidFill>
                <a:latin typeface="Marta"/>
                <a:ea typeface="Marta"/>
                <a:cs typeface="Marta"/>
                <a:sym typeface="Marta"/>
              </a:rPr>
              <a:t>CERTIFICATE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52712" y="6265349"/>
            <a:ext cx="1886637" cy="22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1"/>
              </a:lnSpc>
            </a:pPr>
            <a:r>
              <a:rPr lang="en-US" sz="1329" b="1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Sameer S Katte</a:t>
            </a:r>
            <a:endParaRPr lang="en-US" sz="1329" b="1" dirty="0">
              <a:solidFill>
                <a:srgbClr val="D9D9D9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12629" y="6503799"/>
            <a:ext cx="1566802" cy="15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857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SUPERVISOR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4075" y="1799631"/>
            <a:ext cx="4963849" cy="36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9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OF APPRECIATION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5414" y="2613204"/>
            <a:ext cx="2781171" cy="250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IS PRESENTED TO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62342" y="4392239"/>
            <a:ext cx="5167313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u="none" dirty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For his achievement in participating in the 2026 </a:t>
            </a:r>
            <a:r>
              <a:rPr lang="en-US" sz="1500" dirty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Hackathon</a:t>
            </a:r>
            <a:r>
              <a:rPr lang="en-US" sz="1500" u="none" dirty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organized by </a:t>
            </a:r>
            <a:r>
              <a:rPr lang="en-US" sz="1500" dirty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GDG with the team </a:t>
            </a:r>
            <a:r>
              <a:rPr lang="en-US" sz="15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{{TEAM_NAME</a:t>
            </a:r>
            <a:r>
              <a:rPr lang="en-US" sz="1500" dirty="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}}.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52651" y="6265349"/>
            <a:ext cx="1886637" cy="22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1"/>
              </a:lnSpc>
            </a:pPr>
            <a:r>
              <a:rPr lang="en-US" sz="1329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Sai Jadhav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2569" y="6503799"/>
            <a:ext cx="1566802" cy="15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857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VICE PRESIDENT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Roboto</vt:lpstr>
      <vt:lpstr>Marta</vt:lpstr>
      <vt:lpstr>Calibri</vt:lpstr>
      <vt:lpstr>Kaushan Script</vt:lpstr>
      <vt:lpstr>Roboto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Red and Blue Modern Tech Certificate of Appreciation</dc:title>
  <cp:lastModifiedBy>Jivya Jain</cp:lastModifiedBy>
  <cp:revision>8</cp:revision>
  <dcterms:created xsi:type="dcterms:W3CDTF">2006-08-16T00:00:00Z</dcterms:created>
  <dcterms:modified xsi:type="dcterms:W3CDTF">2026-06-13T20:31:18Z</dcterms:modified>
  <dc:identifier>DAHMcCFsDPk</dc:identifier>
</cp:coreProperties>
</file>