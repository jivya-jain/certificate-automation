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Garet" panose="020B0604020202020204" charset="0"/>
      <p:regular r:id="rId3"/>
    </p:embeddedFont>
    <p:embeddedFont>
      <p:font typeface="Garet Bold" panose="020B0604020202020204" charset="0"/>
      <p:regular r:id="rId4"/>
    </p:embeddedFont>
    <p:embeddedFont>
      <p:font typeface="Pinyon Script" panose="020B0604020202020204" charset="0"/>
      <p:regular r:id="rId5"/>
    </p:embeddedFont>
    <p:embeddedFont>
      <p:font typeface="Poppins" panose="00000500000000000000" pitchFamily="2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57" t="-1511" r="-12957" b="-151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61675" y="834631"/>
            <a:ext cx="5946976" cy="6102308"/>
          </a:xfrm>
          <a:custGeom>
            <a:avLst/>
            <a:gdLst/>
            <a:ahLst/>
            <a:cxnLst/>
            <a:rect l="l" t="t" r="r" b="b"/>
            <a:pathLst>
              <a:path w="5946976" h="6102308">
                <a:moveTo>
                  <a:pt x="0" y="0"/>
                </a:moveTo>
                <a:lnTo>
                  <a:pt x="5946976" y="0"/>
                </a:lnTo>
                <a:lnTo>
                  <a:pt x="5946976" y="6102308"/>
                </a:lnTo>
                <a:lnTo>
                  <a:pt x="0" y="6102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707428" y="6201237"/>
            <a:ext cx="2349149" cy="0"/>
          </a:xfrm>
          <a:prstGeom prst="line">
            <a:avLst/>
          </a:prstGeom>
          <a:ln w="9525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44108" y="235812"/>
            <a:ext cx="2168963" cy="2352918"/>
          </a:xfrm>
          <a:custGeom>
            <a:avLst/>
            <a:gdLst/>
            <a:ahLst/>
            <a:cxnLst/>
            <a:rect l="l" t="t" r="r" b="b"/>
            <a:pathLst>
              <a:path w="2168963" h="2352918">
                <a:moveTo>
                  <a:pt x="0" y="0"/>
                </a:moveTo>
                <a:lnTo>
                  <a:pt x="2168963" y="0"/>
                </a:lnTo>
                <a:lnTo>
                  <a:pt x="2168963" y="2352918"/>
                </a:lnTo>
                <a:lnTo>
                  <a:pt x="0" y="23529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8329345" y="5027193"/>
            <a:ext cx="2168963" cy="2352918"/>
          </a:xfrm>
          <a:custGeom>
            <a:avLst/>
            <a:gdLst/>
            <a:ahLst/>
            <a:cxnLst/>
            <a:rect l="l" t="t" r="r" b="b"/>
            <a:pathLst>
              <a:path w="2168963" h="2352918">
                <a:moveTo>
                  <a:pt x="2168962" y="2352918"/>
                </a:moveTo>
                <a:lnTo>
                  <a:pt x="0" y="2352918"/>
                </a:lnTo>
                <a:lnTo>
                  <a:pt x="0" y="0"/>
                </a:lnTo>
                <a:lnTo>
                  <a:pt x="2168962" y="0"/>
                </a:lnTo>
                <a:lnTo>
                  <a:pt x="2168962" y="23529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4113" y="5154954"/>
            <a:ext cx="2097562" cy="2097562"/>
          </a:xfrm>
          <a:custGeom>
            <a:avLst/>
            <a:gdLst/>
            <a:ahLst/>
            <a:cxnLst/>
            <a:rect l="l" t="t" r="r" b="b"/>
            <a:pathLst>
              <a:path w="2097562" h="2097562">
                <a:moveTo>
                  <a:pt x="0" y="0"/>
                </a:moveTo>
                <a:lnTo>
                  <a:pt x="2097562" y="0"/>
                </a:lnTo>
                <a:lnTo>
                  <a:pt x="2097562" y="2097561"/>
                </a:lnTo>
                <a:lnTo>
                  <a:pt x="0" y="20975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8329345" y="235812"/>
            <a:ext cx="2097562" cy="2097562"/>
          </a:xfrm>
          <a:custGeom>
            <a:avLst/>
            <a:gdLst/>
            <a:ahLst/>
            <a:cxnLst/>
            <a:rect l="l" t="t" r="r" b="b"/>
            <a:pathLst>
              <a:path w="2097562" h="2097562">
                <a:moveTo>
                  <a:pt x="2097562" y="2097562"/>
                </a:moveTo>
                <a:lnTo>
                  <a:pt x="0" y="2097562"/>
                </a:lnTo>
                <a:lnTo>
                  <a:pt x="0" y="0"/>
                </a:lnTo>
                <a:lnTo>
                  <a:pt x="2097562" y="0"/>
                </a:lnTo>
                <a:lnTo>
                  <a:pt x="2097562" y="209756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38567" y="3169735"/>
            <a:ext cx="6793191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0D3B66"/>
                </a:solidFill>
                <a:latin typeface="Pinyon Script"/>
                <a:ea typeface="Pinyon Script"/>
                <a:cs typeface="Pinyon Script"/>
                <a:sym typeface="Pinyon Script"/>
              </a:rPr>
              <a:t>{{NAME}}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49404" y="4627271"/>
            <a:ext cx="6793191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sed do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eiusmod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incididunt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labore et dolore magna </a:t>
            </a:r>
            <a:r>
              <a:rPr lang="en-US" sz="1400" spc="1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aliqua</a:t>
            </a:r>
            <a:r>
              <a:rPr lang="en-US" sz="1400" spc="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8553" y="720331"/>
            <a:ext cx="5774893" cy="107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7"/>
              </a:lnSpc>
              <a:spcBef>
                <a:spcPct val="0"/>
              </a:spcBef>
            </a:pPr>
            <a:r>
              <a:rPr lang="en-US" sz="6355" b="1">
                <a:solidFill>
                  <a:srgbClr val="004AAD"/>
                </a:solidFill>
                <a:latin typeface="Garet Bold"/>
                <a:ea typeface="Garet Bold"/>
                <a:cs typeface="Garet Bold"/>
                <a:sym typeface="Garet Bold"/>
              </a:rPr>
              <a:t>CERTIFICATE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49176" y="1690662"/>
            <a:ext cx="3528512" cy="42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en-US" sz="2428" spc="332" dirty="0">
                <a:solidFill>
                  <a:srgbClr val="004AAD"/>
                </a:solidFill>
                <a:latin typeface="Garet"/>
                <a:ea typeface="Garet"/>
                <a:cs typeface="Garet"/>
                <a:sym typeface="Garet"/>
              </a:rPr>
              <a:t>OF APPRECIATION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88113" y="2550630"/>
            <a:ext cx="4115773" cy="25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3"/>
              </a:lnSpc>
              <a:spcBef>
                <a:spcPct val="0"/>
              </a:spcBef>
            </a:pPr>
            <a:r>
              <a:rPr lang="en-US" sz="145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presented  to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0947" y="6271889"/>
            <a:ext cx="2262109" cy="21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  <a:endParaRPr lang="en-US" sz="1299" u="none" strike="noStrik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017871B-CAA7-D891-A366-3CC28192256B}"/>
              </a:ext>
            </a:extLst>
          </p:cNvPr>
          <p:cNvSpPr txBox="1"/>
          <p:nvPr/>
        </p:nvSpPr>
        <p:spPr>
          <a:xfrm>
            <a:off x="1694330" y="4114713"/>
            <a:ext cx="7255470" cy="35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10"/>
              </a:lnSpc>
              <a:spcBef>
                <a:spcPct val="0"/>
              </a:spcBef>
            </a:pPr>
            <a:r>
              <a:rPr lang="en-US" sz="2079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ea typeface="Alice Bold"/>
                <a:cs typeface="Poppins" panose="00000500000000000000" pitchFamily="2" charset="0"/>
                <a:sym typeface="Alice Bold"/>
              </a:rPr>
              <a:t>{{TEAM_NAME}}</a:t>
            </a:r>
            <a:endParaRPr lang="en-US" sz="2079" u="none" strike="noStrike" dirty="0">
              <a:solidFill>
                <a:schemeClr val="bg2">
                  <a:lumMod val="10000"/>
                </a:schemeClr>
              </a:solidFill>
              <a:latin typeface="Poppins" panose="00000500000000000000" pitchFamily="2" charset="0"/>
              <a:ea typeface="Alice Bold"/>
              <a:cs typeface="Poppins" panose="00000500000000000000" pitchFamily="2" charset="0"/>
              <a:sym typeface="Alice Bold"/>
            </a:endParaRP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AC998C74-F87D-1EE6-B1AB-42191320C0F2}"/>
              </a:ext>
            </a:extLst>
          </p:cNvPr>
          <p:cNvSpPr/>
          <p:nvPr/>
        </p:nvSpPr>
        <p:spPr>
          <a:xfrm>
            <a:off x="6613749" y="6201237"/>
            <a:ext cx="2349149" cy="0"/>
          </a:xfrm>
          <a:prstGeom prst="line">
            <a:avLst/>
          </a:prstGeom>
          <a:ln w="9525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CE28F3E-39FF-337E-EDF8-61A05F9DBEA5}"/>
              </a:ext>
            </a:extLst>
          </p:cNvPr>
          <p:cNvSpPr txBox="1"/>
          <p:nvPr/>
        </p:nvSpPr>
        <p:spPr>
          <a:xfrm>
            <a:off x="6657270" y="6271889"/>
            <a:ext cx="2262109" cy="21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Vice President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Garet Bold</vt:lpstr>
      <vt:lpstr>Arial</vt:lpstr>
      <vt:lpstr>Pinyon Script</vt:lpstr>
      <vt:lpstr>Calibri</vt:lpstr>
      <vt:lpstr>Garet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Minimalist Futuristic Certificate of Completion</dc:title>
  <cp:lastModifiedBy>Jivya Jain</cp:lastModifiedBy>
  <cp:revision>8</cp:revision>
  <dcterms:created xsi:type="dcterms:W3CDTF">2006-08-16T00:00:00Z</dcterms:created>
  <dcterms:modified xsi:type="dcterms:W3CDTF">2026-06-13T20:19:31Z</dcterms:modified>
  <dc:identifier>DAHMceg80TY</dc:identifier>
</cp:coreProperties>
</file>