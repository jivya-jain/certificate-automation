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0693400" cy="7556500"/>
  <p:notesSz cx="6858000" cy="9144000"/>
  <p:embeddedFontLst>
    <p:embeddedFont>
      <p:font typeface="Garet" panose="020B0604020202020204" charset="0"/>
      <p:regular r:id="rId3"/>
    </p:embeddedFont>
    <p:embeddedFont>
      <p:font typeface="Garet Bold" panose="020B0604020202020204" charset="0"/>
      <p:regular r:id="rId4"/>
    </p:embeddedFont>
    <p:embeddedFont>
      <p:font typeface="Pinyon Script" panose="020B0604020202020204" charset="0"/>
      <p:regular r:id="rId5"/>
    </p:embeddedFont>
    <p:embeddedFont>
      <p:font typeface="Poppins" panose="00000500000000000000" pitchFamily="2" charset="0"/>
      <p:regular r:id="rId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1168" y="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font" Target="fonts/font1.fntdata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5" Type="http://schemas.openxmlformats.org/officeDocument/2006/relationships/font" Target="fonts/font3.fntdata"/><Relationship Id="rId10" Type="http://schemas.openxmlformats.org/officeDocument/2006/relationships/tableStyles" Target="tableStyles.xml"/><Relationship Id="rId4" Type="http://schemas.openxmlformats.org/officeDocument/2006/relationships/font" Target="fonts/font2.fntdata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0692000" cy="7560000"/>
          </a:xfrm>
          <a:custGeom>
            <a:avLst/>
            <a:gdLst/>
            <a:ahLst/>
            <a:cxnLst/>
            <a:rect l="l" t="t" r="r" b="b"/>
            <a:pathLst>
              <a:path w="10692000" h="7560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957" t="-1511" r="-12957" b="-1511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/>
          <p:cNvSpPr/>
          <p:nvPr/>
        </p:nvSpPr>
        <p:spPr>
          <a:xfrm>
            <a:off x="2361675" y="834631"/>
            <a:ext cx="5946976" cy="6102308"/>
          </a:xfrm>
          <a:custGeom>
            <a:avLst/>
            <a:gdLst/>
            <a:ahLst/>
            <a:cxnLst/>
            <a:rect l="l" t="t" r="r" b="b"/>
            <a:pathLst>
              <a:path w="5946976" h="6102308">
                <a:moveTo>
                  <a:pt x="0" y="0"/>
                </a:moveTo>
                <a:lnTo>
                  <a:pt x="5946976" y="0"/>
                </a:lnTo>
                <a:lnTo>
                  <a:pt x="5946976" y="6102308"/>
                </a:lnTo>
                <a:lnTo>
                  <a:pt x="0" y="61023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1707428" y="6201237"/>
            <a:ext cx="2349149" cy="0"/>
          </a:xfrm>
          <a:prstGeom prst="line">
            <a:avLst/>
          </a:prstGeom>
          <a:ln w="9525" cap="flat">
            <a:solidFill>
              <a:srgbClr val="004A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244108" y="235812"/>
            <a:ext cx="2168963" cy="2352918"/>
          </a:xfrm>
          <a:custGeom>
            <a:avLst/>
            <a:gdLst/>
            <a:ahLst/>
            <a:cxnLst/>
            <a:rect l="l" t="t" r="r" b="b"/>
            <a:pathLst>
              <a:path w="2168963" h="2352918">
                <a:moveTo>
                  <a:pt x="0" y="0"/>
                </a:moveTo>
                <a:lnTo>
                  <a:pt x="2168963" y="0"/>
                </a:lnTo>
                <a:lnTo>
                  <a:pt x="2168963" y="2352918"/>
                </a:lnTo>
                <a:lnTo>
                  <a:pt x="0" y="23529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8329345" y="5027193"/>
            <a:ext cx="2168963" cy="2352918"/>
          </a:xfrm>
          <a:custGeom>
            <a:avLst/>
            <a:gdLst/>
            <a:ahLst/>
            <a:cxnLst/>
            <a:rect l="l" t="t" r="r" b="b"/>
            <a:pathLst>
              <a:path w="2168963" h="2352918">
                <a:moveTo>
                  <a:pt x="2168962" y="2352918"/>
                </a:moveTo>
                <a:lnTo>
                  <a:pt x="0" y="2352918"/>
                </a:lnTo>
                <a:lnTo>
                  <a:pt x="0" y="0"/>
                </a:lnTo>
                <a:lnTo>
                  <a:pt x="2168962" y="0"/>
                </a:lnTo>
                <a:lnTo>
                  <a:pt x="2168962" y="235291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64113" y="5154954"/>
            <a:ext cx="2097562" cy="2097562"/>
          </a:xfrm>
          <a:custGeom>
            <a:avLst/>
            <a:gdLst/>
            <a:ahLst/>
            <a:cxnLst/>
            <a:rect l="l" t="t" r="r" b="b"/>
            <a:pathLst>
              <a:path w="2097562" h="2097562">
                <a:moveTo>
                  <a:pt x="0" y="0"/>
                </a:moveTo>
                <a:lnTo>
                  <a:pt x="2097562" y="0"/>
                </a:lnTo>
                <a:lnTo>
                  <a:pt x="2097562" y="2097561"/>
                </a:lnTo>
                <a:lnTo>
                  <a:pt x="0" y="20975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 flipV="1">
            <a:off x="8329345" y="235812"/>
            <a:ext cx="2097562" cy="2097562"/>
          </a:xfrm>
          <a:custGeom>
            <a:avLst/>
            <a:gdLst/>
            <a:ahLst/>
            <a:cxnLst/>
            <a:rect l="l" t="t" r="r" b="b"/>
            <a:pathLst>
              <a:path w="2097562" h="2097562">
                <a:moveTo>
                  <a:pt x="2097562" y="2097562"/>
                </a:moveTo>
                <a:lnTo>
                  <a:pt x="0" y="2097562"/>
                </a:lnTo>
                <a:lnTo>
                  <a:pt x="0" y="0"/>
                </a:lnTo>
                <a:lnTo>
                  <a:pt x="2097562" y="0"/>
                </a:lnTo>
                <a:lnTo>
                  <a:pt x="2097562" y="209756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949404" y="3222787"/>
            <a:ext cx="6793191" cy="1077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5999" dirty="0">
                <a:solidFill>
                  <a:srgbClr val="0D3B66"/>
                </a:solidFill>
                <a:latin typeface="Pinyon Script"/>
                <a:ea typeface="Pinyon Script"/>
                <a:cs typeface="Pinyon Script"/>
                <a:sym typeface="Pinyon Script"/>
              </a:rPr>
              <a:t>{NAME}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949404" y="4627271"/>
            <a:ext cx="6793191" cy="50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 spc="1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Lorem ipsum dolor sit </a:t>
            </a:r>
            <a:r>
              <a:rPr lang="en-US" sz="1400" spc="14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amet</a:t>
            </a:r>
            <a:r>
              <a:rPr lang="en-US" sz="1400" spc="1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1400" spc="14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consectetur</a:t>
            </a:r>
            <a:r>
              <a:rPr lang="en-US" sz="1400" spc="1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400" spc="14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adipiscing</a:t>
            </a:r>
            <a:r>
              <a:rPr lang="en-US" sz="1400" spc="1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400" spc="14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elit</a:t>
            </a:r>
            <a:r>
              <a:rPr lang="en-US" sz="1400" spc="1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sed do </a:t>
            </a:r>
            <a:r>
              <a:rPr lang="en-US" sz="1400" spc="14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eiusmod</a:t>
            </a:r>
            <a:r>
              <a:rPr lang="en-US" sz="1400" spc="1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400" spc="14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tempor</a:t>
            </a:r>
            <a:r>
              <a:rPr lang="en-US" sz="1400" spc="1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400" spc="14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incididunt</a:t>
            </a:r>
            <a:r>
              <a:rPr lang="en-US" sz="1400" spc="1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400" spc="14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ut</a:t>
            </a:r>
            <a:r>
              <a:rPr lang="en-US" sz="1400" spc="1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labore et dolore magna </a:t>
            </a:r>
            <a:r>
              <a:rPr lang="en-US" sz="1400" spc="14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aliqua</a:t>
            </a:r>
            <a:r>
              <a:rPr lang="en-US" sz="1400" spc="1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at.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458553" y="720331"/>
            <a:ext cx="5774893" cy="1076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97"/>
              </a:lnSpc>
              <a:spcBef>
                <a:spcPct val="0"/>
              </a:spcBef>
            </a:pPr>
            <a:r>
              <a:rPr lang="en-US" sz="6355" b="1">
                <a:solidFill>
                  <a:srgbClr val="004AAD"/>
                </a:solidFill>
                <a:latin typeface="Garet Bold"/>
                <a:ea typeface="Garet Bold"/>
                <a:cs typeface="Garet Bold"/>
                <a:sym typeface="Garet Bold"/>
              </a:rPr>
              <a:t>CERTIFICATE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849176" y="1690662"/>
            <a:ext cx="3528512" cy="424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00"/>
              </a:lnSpc>
              <a:spcBef>
                <a:spcPct val="0"/>
              </a:spcBef>
            </a:pPr>
            <a:r>
              <a:rPr lang="en-US" sz="2428" spc="332" dirty="0">
                <a:solidFill>
                  <a:srgbClr val="004AAD"/>
                </a:solidFill>
                <a:latin typeface="Garet"/>
                <a:ea typeface="Garet"/>
                <a:cs typeface="Garet"/>
                <a:sym typeface="Garet"/>
              </a:rPr>
              <a:t>OF APPRECIATION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288113" y="2550630"/>
            <a:ext cx="4115773" cy="25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43"/>
              </a:lnSpc>
              <a:spcBef>
                <a:spcPct val="0"/>
              </a:spcBef>
            </a:pPr>
            <a:r>
              <a:rPr lang="en-US" sz="145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This certificate is proudly presented  to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50947" y="6271889"/>
            <a:ext cx="2262109" cy="219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19"/>
              </a:lnSpc>
              <a:spcBef>
                <a:spcPct val="0"/>
              </a:spcBef>
            </a:pPr>
            <a:r>
              <a:rPr lang="en-US" sz="12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Supervisor</a:t>
            </a:r>
            <a:endParaRPr lang="en-US" sz="1299" u="none" strike="noStrik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" name="TextBox 9">
            <a:extLst>
              <a:ext uri="{FF2B5EF4-FFF2-40B4-BE49-F238E27FC236}">
                <a16:creationId xmlns:a16="http://schemas.microsoft.com/office/drawing/2014/main" id="{E017871B-CAA7-D891-A366-3CC28192256B}"/>
              </a:ext>
            </a:extLst>
          </p:cNvPr>
          <p:cNvSpPr txBox="1"/>
          <p:nvPr/>
        </p:nvSpPr>
        <p:spPr>
          <a:xfrm>
            <a:off x="1707428" y="4170761"/>
            <a:ext cx="7255470" cy="353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2910"/>
              </a:lnSpc>
              <a:spcBef>
                <a:spcPct val="0"/>
              </a:spcBef>
            </a:pPr>
            <a:r>
              <a:rPr lang="en-US" sz="2079" dirty="0">
                <a:solidFill>
                  <a:schemeClr val="bg2">
                    <a:lumMod val="10000"/>
                  </a:schemeClr>
                </a:solidFill>
                <a:latin typeface="Poppins" panose="00000500000000000000" pitchFamily="2" charset="0"/>
                <a:ea typeface="Alice Bold"/>
                <a:cs typeface="Poppins" panose="00000500000000000000" pitchFamily="2" charset="0"/>
                <a:sym typeface="Alice Bold"/>
              </a:rPr>
              <a:t>{TEAM NAME}</a:t>
            </a:r>
            <a:endParaRPr lang="en-US" sz="2079" u="none" strike="noStrike" dirty="0">
              <a:solidFill>
                <a:schemeClr val="bg2">
                  <a:lumMod val="10000"/>
                </a:schemeClr>
              </a:solidFill>
              <a:latin typeface="Poppins" panose="00000500000000000000" pitchFamily="2" charset="0"/>
              <a:ea typeface="Alice Bold"/>
              <a:cs typeface="Poppins" panose="00000500000000000000" pitchFamily="2" charset="0"/>
              <a:sym typeface="Alice Bold"/>
            </a:endParaRPr>
          </a:p>
        </p:txBody>
      </p:sp>
      <p:sp>
        <p:nvSpPr>
          <p:cNvPr id="17" name="AutoShape 4">
            <a:extLst>
              <a:ext uri="{FF2B5EF4-FFF2-40B4-BE49-F238E27FC236}">
                <a16:creationId xmlns:a16="http://schemas.microsoft.com/office/drawing/2014/main" id="{AC998C74-F87D-1EE6-B1AB-42191320C0F2}"/>
              </a:ext>
            </a:extLst>
          </p:cNvPr>
          <p:cNvSpPr/>
          <p:nvPr/>
        </p:nvSpPr>
        <p:spPr>
          <a:xfrm>
            <a:off x="6613749" y="6201237"/>
            <a:ext cx="2349149" cy="0"/>
          </a:xfrm>
          <a:prstGeom prst="line">
            <a:avLst/>
          </a:prstGeom>
          <a:ln w="9525" cap="flat">
            <a:solidFill>
              <a:srgbClr val="004A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TextBox 14">
            <a:extLst>
              <a:ext uri="{FF2B5EF4-FFF2-40B4-BE49-F238E27FC236}">
                <a16:creationId xmlns:a16="http://schemas.microsoft.com/office/drawing/2014/main" id="{FCE28F3E-39FF-337E-EDF8-61A05F9DBEA5}"/>
              </a:ext>
            </a:extLst>
          </p:cNvPr>
          <p:cNvSpPr txBox="1"/>
          <p:nvPr/>
        </p:nvSpPr>
        <p:spPr>
          <a:xfrm>
            <a:off x="6657270" y="6271889"/>
            <a:ext cx="2262109" cy="219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19"/>
              </a:lnSpc>
              <a:spcBef>
                <a:spcPct val="0"/>
              </a:spcBef>
            </a:pPr>
            <a:r>
              <a:rPr lang="en-US" sz="12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Vice President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42</Words>
  <Application>Microsoft Office PowerPoint</Application>
  <PresentationFormat>Custom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Garet</vt:lpstr>
      <vt:lpstr>Garet Bold</vt:lpstr>
      <vt:lpstr>Arial</vt:lpstr>
      <vt:lpstr>Pinyon Script</vt:lpstr>
      <vt:lpstr>Calibri</vt:lpstr>
      <vt:lpstr>Poppins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Blue Minimalist Futuristic Certificate of Completion</dc:title>
  <cp:lastModifiedBy>Jivya Jain</cp:lastModifiedBy>
  <cp:revision>3</cp:revision>
  <dcterms:created xsi:type="dcterms:W3CDTF">2006-08-16T00:00:00Z</dcterms:created>
  <dcterms:modified xsi:type="dcterms:W3CDTF">2026-06-13T09:45:55Z</dcterms:modified>
  <dc:identifier>DAHMceg80TY</dc:identifier>
</cp:coreProperties>
</file>