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lice Bold" panose="020B0604020202020204" charset="0"/>
      <p:regular r:id="rId3"/>
    </p:embeddedFont>
    <p:embeddedFont>
      <p:font typeface="League Sparta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652" y="-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959" y="4214602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0" y="0"/>
                </a:moveTo>
                <a:lnTo>
                  <a:pt x="2771424" y="0"/>
                </a:lnTo>
                <a:lnTo>
                  <a:pt x="2771424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627757" y="4270258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2771423" y="0"/>
                </a:moveTo>
                <a:lnTo>
                  <a:pt x="0" y="0"/>
                </a:lnTo>
                <a:lnTo>
                  <a:pt x="0" y="3024000"/>
                </a:lnTo>
                <a:lnTo>
                  <a:pt x="2771423" y="3024000"/>
                </a:lnTo>
                <a:lnTo>
                  <a:pt x="27714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266644" y="304777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0" y="3024000"/>
                </a:moveTo>
                <a:lnTo>
                  <a:pt x="2771424" y="3024000"/>
                </a:lnTo>
                <a:lnTo>
                  <a:pt x="2771424" y="0"/>
                </a:lnTo>
                <a:lnTo>
                  <a:pt x="0" y="0"/>
                </a:lnTo>
                <a:lnTo>
                  <a:pt x="0" y="30240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7589442" y="360433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2771424" y="3024000"/>
                </a:moveTo>
                <a:lnTo>
                  <a:pt x="0" y="3024000"/>
                </a:lnTo>
                <a:lnTo>
                  <a:pt x="0" y="0"/>
                </a:lnTo>
                <a:lnTo>
                  <a:pt x="2771424" y="0"/>
                </a:lnTo>
                <a:lnTo>
                  <a:pt x="2771424" y="30240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449876" y="5779470"/>
            <a:ext cx="1877328" cy="0"/>
          </a:xfrm>
          <a:prstGeom prst="line">
            <a:avLst/>
          </a:prstGeom>
          <a:ln w="38100" cap="flat">
            <a:solidFill>
              <a:srgbClr val="FF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6703812" y="5762633"/>
            <a:ext cx="1877328" cy="0"/>
          </a:xfrm>
          <a:prstGeom prst="line">
            <a:avLst/>
          </a:prstGeom>
          <a:ln w="38100" cap="flat">
            <a:solidFill>
              <a:srgbClr val="FF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3262777" y="1116150"/>
            <a:ext cx="4178585" cy="4768095"/>
          </a:xfrm>
          <a:custGeom>
            <a:avLst/>
            <a:gdLst/>
            <a:ahLst/>
            <a:cxnLst/>
            <a:rect l="l" t="t" r="r" b="b"/>
            <a:pathLst>
              <a:path w="4178585" h="4768095">
                <a:moveTo>
                  <a:pt x="0" y="0"/>
                </a:moveTo>
                <a:lnTo>
                  <a:pt x="4178585" y="0"/>
                </a:lnTo>
                <a:lnTo>
                  <a:pt x="4178585" y="4768095"/>
                </a:lnTo>
                <a:lnTo>
                  <a:pt x="0" y="4768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38102" y="4611186"/>
            <a:ext cx="7255470" cy="34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For</a:t>
            </a:r>
            <a:r>
              <a:rPr lang="en-US" sz="2079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 participating in the </a:t>
            </a:r>
            <a:r>
              <a:rPr lang="en-US" sz="2079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GDG</a:t>
            </a:r>
            <a:r>
              <a:rPr lang="en-US" sz="2079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 Hackathon</a:t>
            </a:r>
            <a:endParaRPr lang="en-US" sz="2079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00" y="792300"/>
            <a:ext cx="10515599" cy="1204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47"/>
              </a:lnSpc>
              <a:spcBef>
                <a:spcPct val="0"/>
              </a:spcBef>
            </a:pPr>
            <a:r>
              <a:rPr lang="en-US" sz="4800" u="none" strike="noStrike" dirty="0">
                <a:solidFill>
                  <a:srgbClr val="FFFA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Certificate of Participation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9596" y="3136688"/>
            <a:ext cx="6189545" cy="86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FFFA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{NAME}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55119" y="6161393"/>
            <a:ext cx="3374714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Vice President</a:t>
            </a:r>
            <a:endParaRPr lang="en-US" sz="1790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22999" y="2504127"/>
            <a:ext cx="6458142" cy="35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8"/>
              </a:lnSpc>
              <a:spcBef>
                <a:spcPct val="0"/>
              </a:spcBef>
            </a:pPr>
            <a:r>
              <a:rPr lang="en-US" sz="2056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This Certificate is proudly present to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7563" y="6206867"/>
            <a:ext cx="3782528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Supervisor </a:t>
            </a:r>
            <a:endParaRPr lang="en-US" sz="1790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76202" y="5884245"/>
            <a:ext cx="3400484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Sameer S Katte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5322" y="5884245"/>
            <a:ext cx="2068239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Sai Jadhav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E21AF76-43DF-9210-1D71-85EEB2BF28ED}"/>
              </a:ext>
            </a:extLst>
          </p:cNvPr>
          <p:cNvSpPr txBox="1"/>
          <p:nvPr/>
        </p:nvSpPr>
        <p:spPr>
          <a:xfrm>
            <a:off x="1757999" y="4125900"/>
            <a:ext cx="7255470" cy="34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 u="none" strike="noStrike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{TEAM NAME}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League Spartan</vt:lpstr>
      <vt:lpstr>Calibri</vt:lpstr>
      <vt:lpstr>Alice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White Tech Geometric Pattern Certificate </dc:title>
  <cp:lastModifiedBy>Jivya Jain</cp:lastModifiedBy>
  <cp:revision>2</cp:revision>
  <dcterms:created xsi:type="dcterms:W3CDTF">2006-08-16T00:00:00Z</dcterms:created>
  <dcterms:modified xsi:type="dcterms:W3CDTF">2026-06-13T09:32:19Z</dcterms:modified>
  <dc:identifier>DAHMcR9hZNQ</dc:identifier>
</cp:coreProperties>
</file>